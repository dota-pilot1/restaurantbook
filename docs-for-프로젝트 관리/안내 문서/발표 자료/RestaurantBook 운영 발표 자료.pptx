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d7ab9701c44625" /><Relationship Type="http://schemas.openxmlformats.org/officeDocument/2006/relationships/extended-properties" Target="/docProps/app.xml" Id="R0377d963de744cfe" /><Relationship Type="http://schemas.openxmlformats.org/officeDocument/2006/relationships/officeDocument" Target="/ppt/presentation.xml" Id="Rd5ed66be1e7a47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e8cff502f4616"/>
  </p:sldMasterIdLst>
  <p:notesMasterIdLst>
    <p:notesMasterId xmlns:r="http://schemas.openxmlformats.org/officeDocument/2006/relationships" r:id="Ra59829eacbd94504"/>
  </p:notesMasterIdLst>
  <p:sldIdLst>
    <p:sldId xmlns:r="http://schemas.openxmlformats.org/officeDocument/2006/relationships" id="256" r:id="Rd0bd8a087e164a27"/>
    <p:sldId xmlns:r="http://schemas.openxmlformats.org/officeDocument/2006/relationships" id="257" r:id="R66c73597f30b41b9"/>
    <p:sldId xmlns:r="http://schemas.openxmlformats.org/officeDocument/2006/relationships" id="258" r:id="R00130f864d564043"/>
    <p:sldId xmlns:r="http://schemas.openxmlformats.org/officeDocument/2006/relationships" id="259" r:id="Rcb0f99ac8aa9465c"/>
    <p:sldId xmlns:r="http://schemas.openxmlformats.org/officeDocument/2006/relationships" id="260" r:id="R59f4d0785cea47e3"/>
    <p:sldId xmlns:r="http://schemas.openxmlformats.org/officeDocument/2006/relationships" id="261" r:id="R63eb853991f54bae"/>
    <p:sldId xmlns:r="http://schemas.openxmlformats.org/officeDocument/2006/relationships" id="262" r:id="R9a6ba8139a1c4197"/>
    <p:sldId xmlns:r="http://schemas.openxmlformats.org/officeDocument/2006/relationships" id="263" r:id="R237e7adca2964b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e8cff502f4616" /><Relationship Type="http://schemas.openxmlformats.org/officeDocument/2006/relationships/theme" Target="/ppt/theme/theme1.xml" Id="Rd30cc2b2fa1f494c" /><Relationship Type="http://schemas.openxmlformats.org/officeDocument/2006/relationships/notesMaster" Target="/ppt/notesMasters/notesMaster1.xml" Id="Ra59829eacbd94504" /><Relationship Type="http://schemas.openxmlformats.org/officeDocument/2006/relationships/presProps" Target="/ppt/presProps.xml" Id="R2aebd9fbc45d4819" /><Relationship Type="http://schemas.openxmlformats.org/officeDocument/2006/relationships/viewProps" Target="/ppt/viewProps.xml" Id="R349cbb4c05d74374" /><Relationship Type="http://schemas.openxmlformats.org/officeDocument/2006/relationships/tableStyles" Target="/ppt/tableStyles.xml" Id="Re9118cc2d65f4d8f" /><Relationship Type="http://schemas.openxmlformats.org/officeDocument/2006/relationships/slide" Target="/ppt/slides/slide1.xml" Id="Rd0bd8a087e164a27" /><Relationship Type="http://schemas.openxmlformats.org/officeDocument/2006/relationships/slide" Target="/ppt/slides/slide2.xml" Id="R66c73597f30b41b9" /><Relationship Type="http://schemas.openxmlformats.org/officeDocument/2006/relationships/slide" Target="/ppt/slides/slide3.xml" Id="R00130f864d564043" /><Relationship Type="http://schemas.openxmlformats.org/officeDocument/2006/relationships/slide" Target="/ppt/slides/slide4.xml" Id="Rcb0f99ac8aa9465c" /><Relationship Type="http://schemas.openxmlformats.org/officeDocument/2006/relationships/slide" Target="/ppt/slides/slide5.xml" Id="R59f4d0785cea47e3" /><Relationship Type="http://schemas.openxmlformats.org/officeDocument/2006/relationships/slide" Target="/ppt/slides/slide6.xml" Id="R63eb853991f54bae" /><Relationship Type="http://schemas.openxmlformats.org/officeDocument/2006/relationships/slide" Target="/ppt/slides/slide7.xml" Id="R9a6ba8139a1c4197" /><Relationship Type="http://schemas.openxmlformats.org/officeDocument/2006/relationships/slide" Target="/ppt/slides/slide8.xml" Id="R237e7adca296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e1955ca21f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c22ff69a864d8d" /><Relationship Type="http://schemas.openxmlformats.org/officeDocument/2006/relationships/notesMaster" Target="/ppt/notesMasters/notesMaster1.xml" Id="R6eca7c7dc5434d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50a88cf674c74" /><Relationship Type="http://schemas.openxmlformats.org/officeDocument/2006/relationships/notesMaster" Target="/ppt/notesMasters/notesMaster1.xml" Id="R8601984a2893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69cfb1054487b" /><Relationship Type="http://schemas.openxmlformats.org/officeDocument/2006/relationships/notesMaster" Target="/ppt/notesMasters/notesMaster1.xml" Id="Radac728aae3d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30f065da24252" /><Relationship Type="http://schemas.openxmlformats.org/officeDocument/2006/relationships/notesMaster" Target="/ppt/notesMasters/notesMaster1.xml" Id="Rfed0339960294e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10b4204e2c4534" /><Relationship Type="http://schemas.openxmlformats.org/officeDocument/2006/relationships/notesMaster" Target="/ppt/notesMasters/notesMaster1.xml" Id="Rab31f2113e754c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63efbeda5a4955" /><Relationship Type="http://schemas.openxmlformats.org/officeDocument/2006/relationships/notesMaster" Target="/ppt/notesMasters/notesMaster1.xml" Id="Rf5b7f27e9a14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fd4fda80dd4cb7" /><Relationship Type="http://schemas.openxmlformats.org/officeDocument/2006/relationships/notesMaster" Target="/ppt/notesMasters/notesMaster1.xml" Id="R879d4dc894964a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9b00e62844e90" /><Relationship Type="http://schemas.openxmlformats.org/officeDocument/2006/relationships/notesMaster" Target="/ppt/notesMasters/notesMaster1.xml" Id="R7d01f2f4aa37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287a65197475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db28c68c1e4d62" /><Relationship Type="http://schemas.openxmlformats.org/officeDocument/2006/relationships/slideLayout" Target="/ppt/slideLayouts/slideLayout2.xml" Id="R17951aef879046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51aef879046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53bd618d244fd" /><Relationship Type="http://schemas.openxmlformats.org/officeDocument/2006/relationships/notesSlide" Target="/ppt/notesSlides/notesSlide1.xml" Id="Raec61e952ae5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94dc369e6471f" /><Relationship Type="http://schemas.openxmlformats.org/officeDocument/2006/relationships/notesSlide" Target="/ppt/notesSlides/notesSlide2.xml" Id="R857cf8197995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24b8ad7464d18" /><Relationship Type="http://schemas.openxmlformats.org/officeDocument/2006/relationships/notesSlide" Target="/ppt/notesSlides/notesSlide3.xml" Id="Rd9cfa50bdd01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be211a69441a5" /><Relationship Type="http://schemas.openxmlformats.org/officeDocument/2006/relationships/notesSlide" Target="/ppt/notesSlides/notesSlide4.xml" Id="R8d7ec22478cf4f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5b2e0d1ee43c4" /><Relationship Type="http://schemas.openxmlformats.org/officeDocument/2006/relationships/notesSlide" Target="/ppt/notesSlides/notesSlide5.xml" Id="R7d49b6af534d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04642680647f8" /><Relationship Type="http://schemas.openxmlformats.org/officeDocument/2006/relationships/notesSlide" Target="/ppt/notesSlides/notesSlide6.xml" Id="R98f22f51898d4f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44ac93ab64780" /><Relationship Type="http://schemas.openxmlformats.org/officeDocument/2006/relationships/notesSlide" Target="/ppt/notesSlides/notesSlide7.xml" Id="Raf145eb1410440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c37c7ce3b4fb3" /><Relationship Type="http://schemas.openxmlformats.org/officeDocument/2006/relationships/notesSlide" Target="/ppt/notesSlides/notesSlide8.xml" Id="R765580af428243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29EFE-1465-49E2-AA21-A3B495D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EBB77-E04D-408D-A593-1AF423D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914B8-7083-41D3-B13F-5E50AB1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6E4C0-DCD6-4680-BED9-68CA0A7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2F8B-64E8-4D70-A305-22B273D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EB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B8EBD9"/>
                </a:solidFill>
                <a:latin typeface="Apple SD Gothic Neo"/>
                <a:ea typeface="Apple SD Gothic Neo"/>
                <a:cs typeface="Apple SD Gothic Neo"/>
              </a:rPr>
              <a:t>RESTAURANTBOOK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EBFD-7C4E-47B9-89DD-35B1347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식당 운영 흐름을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화면 체계로 정리합니다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4907-DE6C-4940-B733-EE4DE51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rPr>
              <a:t>키오스크 주문부터 주방 처리, 직원 응대, 매니저 확인, 관리자 설정까지 역할별 사용법을 10분 안에 설명하는 발표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7BB2B-BBF3-4539-9881-C08454E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557A3-2687-4A23-955D-1F0F0CC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사장님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01E8E-5F4C-41C4-AF5A-371945A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719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DCD63-44AC-457B-BEA8-8A07487B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3862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매니저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6D258-855D-47C2-A8AC-55EBF973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F492F-EBEA-4E4F-A6DE-1D79361F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386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직원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6DD05-6DBC-44ED-8D89-7D05E5F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70DE5-B634-4F5B-AA3A-54B2CA6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386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7237A-718B-4E50-ADBA-779C7E4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719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B55DA-38A8-4FD2-80AC-FDE944E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38625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키오스크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C8F5B-131D-4632-8ED6-D10A09DA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1DB5F-E280-4F86-90F2-60F56E2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rPr>
              <a:t>발표 목적: 각 역할이 어느 화면에서 무엇을 처리하는지 합의하고, 실제 매장 데모 순서를 확정한다.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E8EB7-4D5A-42DC-B1A3-89D3D4A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626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A8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A8A8"/>
                </a:solidFill>
                <a:latin typeface="Apple SD Gothic Neo"/>
                <a:ea typeface="Apple SD Gothic Neo"/>
                <a:cs typeface="Apple SD Gothic Neo"/>
              </a:rPr>
              <a:t>2026.05</a:t>
            </a:r>
          </a:p>
        </p:txBody>
      </p:sp>
    </p:spTree>
    <p:extLst>
      <p:ext uri="{BB962C8B-B14F-4D97-AF65-F5344CB8AC3E}">
        <p14:creationId xmlns:p14="http://schemas.microsoft.com/office/powerpoint/2010/main" val="15094474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8D4A23-C8EC-43E9-8553-682F0BDF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E8B22-D5A4-4A39-8FE3-E5857271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WHY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73955-8473-407E-BE9B-87F8624F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종이 주문과 말 전달은 바쁜 시간대에 병목이 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9A4B7-7B51-4101-9DD9-3A88E63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RestaurantBook은 주문, 조리, 결제, 호출을 상태 기반으로 이어서 누락과 중복을 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CB9CF-E14B-4A59-8518-51B739E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62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5F5A1-22EA-4585-8FA2-12A05929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F8EAC-BB9C-4613-A40E-8E4051A5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주문 누락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B24D1-E7A6-4F75-A0E9-88D5787E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705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손님 주문이 주방에 늦게 전달되거나, 테이블/수량 확인이 다시 필요해집니다.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87DE-384B-4364-8692-53354AC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62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D4EC-102C-483F-B9C2-45864485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476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C59F-087C-4429-8749-732F0AC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상태 불명확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FF178-6E43-4164-8A57-A3289E0C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705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지금 접수인지 조리 중인지 결제 대기인지 직원이 계속 물어봐야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56603-E2D2-408B-8895-DDBADB6F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162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83C96-ECD2-4A20-97D6-B2B7CEC3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476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1C60F-AC7D-4E8B-A5B2-7E2E227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응대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DA763-EA9F-4762-BFF5-7C4ED75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705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물, 냅킨, 결제 도움 같은 호출이 말로 흩어지면 처리 완료 여부가 남지 않습니다.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284A7-B456-4A30-B00D-2DC1765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6D398-6CA0-4393-9F25-873FD58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E6B03-786C-4F31-9900-EBA7D15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41327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8DC0E-FBDF-4661-AF96-73B19B48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1479C-2DE8-47E8-A789-2FA4132B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OPERATING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A3F37-7D0F-44F9-8224-CDEE40A7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주문은 한 번 접수되면 역할별 화면으로 자동 분배됩니다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CFEF3-3AD1-4D59-9AA9-67074880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고객이 입력한 주문과 호출이 주방, 직원, 매니저 화면에 같은 기준으로 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D24E-938B-47D7-8000-34413127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6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C2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B0FA-166F-463F-A79A-7D3892C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고객 키오스크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CC665-A9FB-4E08-898E-ED08266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메뉴 선택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주문 접수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직원 호출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E10F6-B9C8-4F17-84F9-45DE70A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242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34C6-A8CA-4098-BA70-0C45901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8FE74-D76E-4357-955C-9F5375B3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186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B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DBEEE-F08F-4014-97DA-7F5396F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주방 현황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01EAA-786F-41C3-8A80-23AC6C03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접수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조리 중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조리 완료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0D6C8-882D-4730-9263-B6957B6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242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4AF0-6F3C-4565-A96B-B9F5D96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75B07-A758-4450-B488-09FDF599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186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7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5E553-A867-4884-AA74-2F77FB3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직원 보드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EE2D6-B12C-468B-94D7-3FFF580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결제 대기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현장 결제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호출 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C6613-6879-4690-8CCD-FF17BF4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242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C09D6-4780-416B-90B7-6E0BD18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6458D-2773-43A2-949D-2EB5E4B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866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A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3E5A3-1B33-429D-8554-21809A2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매니저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1FB64-4B41-406C-A71C-BB1E5FF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전체 현황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병목 확인</a:t>
            </a:r>
          </a:p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운영 백업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A9324-7207-4B95-AD8A-61D3C1C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FC300-EF49-4ADB-B0D5-A920E8B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22275-BB9F-4FE1-930F-C8AC18F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76825"/>
            <a:ext cx="510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관리자 설정: 메뉴 · 카테고리 · 테이블 · 권한 · 화면 설정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19C72-A305-4B67-9C35-30CE999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4B4BC-95DA-4377-9758-C85B795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관리자 화면은 고객에게 보이는 메뉴와 직원이 접근할 수 있는 업무 범위를 결정합니다.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3548F-EB26-42CF-8520-32950EE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3081A-EB93-4ACD-AF5B-352DE61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0D306-E317-4D4E-BAC8-89ADDF97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80703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58A44-9ADA-47E0-9850-9AE24641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BD3AA-7391-4E1E-B250-3E6031E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KIOSK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23D59-1F6C-4239-B02A-19027A7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손님은 테이블에서 메뉴를 고르고 주문을 직접 접수합니다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0E02F-2079-42C7-9D02-FA5062C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데스크톱/태블릿형 키오스크와 모바일 키오스크를 같은 주문 모델로 운영합니다.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2B078-B8A9-47FC-89EA-A14BF3E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66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DF750-E1C1-4BB7-A8E7-1EA3315D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A5E12-0ADF-4ACA-B2E3-13F15185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3번 테이블  |  키오스크 주문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B40C5-9DD3-465A-80A1-85F5DE6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A5DD2-C30C-46FE-85AE-CC8EF5CA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F855E-3842-496A-8896-690127B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1BDD2-9EB8-4F42-BC2F-3BDDB82C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국/찌개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A5DC4-CB96-4834-A246-4796AADB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0FB8F-0DF1-4997-BC63-62EACC20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861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면/분식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DF6B2-0459-4473-86D5-F466455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C464A-F187-4E95-8000-7214F9F4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사이드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E1320-9722-4275-BE63-4ACA5A0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85BCE-47FA-4254-930C-82F76972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음료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3FDDF-142B-4B9E-A527-1F19E19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F0552-E845-4821-9A08-A48A2ED1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전체 보기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96315-86DF-4B69-A49D-199A8F7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733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153DB-BF8F-4313-95F0-171BEA2B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김치 찌개</a:t>
            </a:r>
          </a:p>
          <a:p xmlns:a="http://schemas.openxmlformats.org/drawingml/2006/main">
            <a:pPr algn="l">
              <a:def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10,000원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2D66B-C3FC-4507-BFBC-344F007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00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4E7A-DCBC-48E6-AF48-765D4C9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14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주문 접수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33A67-690B-497A-8EDA-C2E4D6BA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D8286-0E68-4DBD-BAE6-DBB103E9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발표 때 보여줄 핵심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8B123-172C-431C-A7EC-7D179A3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1. 테이블명 확인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2. 매장/포장 선택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3. 카테고리와 전체 보기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4. 메뉴 수량/금액 확인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5. 주문 접수 후 주방 반영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6. 조리 완료 후 결제 버튼 활성화</a:t>
            </a:r>
          </a:p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7. 직원 호출 생성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59C7E-221C-4E18-9ED9-A7A5792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고객에게는 '오른쪽 주문 내역 확인 후 주문 접수'만 기억시키면 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686F9-D768-4469-A019-025F575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FA359-2EC7-42FF-885F-F081A5D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7B4BB-06B2-4B38-8351-D4E26992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00616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2E669-B640-4453-9117-3F00CAD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9933-7983-49CD-85D1-F79F4A56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KITCHEN + STAFF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01481-7A6D-4AA8-9C46-8A3C0DC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주방은 조리 상태, 직원은 결제와 호출을 책임집니다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8C9FA-1FD4-4122-B063-0420FEB5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역할을 분리하면 바쁜 시간에도 '누가 무엇을 해야 하는지'가 분명해집니다.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A9463-2EDD-4F44-8170-FD844479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3E56F-1888-4EBA-8DA7-239984B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8DFC3-A55E-4749-9492-808752E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주방 화면 /kitchen-board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4E20A-1F4C-4205-A3F8-60A49434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39190-05ED-4B5F-82C4-98752AC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D1D2E-6C19-415C-915F-FCCC2236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38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RECEIVED</a:t>
            </a:r>
          </a:p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주문 접수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2F699-B8BA-4FAA-B7E8-3F14078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433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811A5-3DB2-422B-BCF1-F8EAE00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7F763-5B33-4819-A176-D006A28C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B21F0-27C3-40DE-9895-0A8A94C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33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ACCEPTED</a:t>
            </a:r>
          </a:p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주문 접수 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F1F56-F886-4EC6-94F4-CA19A45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386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17EC2-9C7E-41D7-9C1C-C0F662C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76043-CF08-4109-BC6F-DB13C8D2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FFD94-2BA4-438F-8D7B-B21FF959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29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COOKING</a:t>
            </a:r>
          </a:p>
          <a:p xmlns:a="http://schemas.openxmlformats.org/drawingml/2006/main">
            <a:pPr algn="l">
              <a:def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조리 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62ACD-71AF-4191-97B4-2D8DFC96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339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40BAC-4920-4BAF-82B5-C52AE4B2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4298-8CA5-4B4F-8C1D-4953BBD0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68E5F-AE76-41F9-A1ED-E6D5DFE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244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READY</a:t>
            </a:r>
          </a:p>
          <a:p xmlns:a="http://schemas.openxmlformats.org/drawingml/2006/main">
            <a:pPr algn="l">
              <a:def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조리 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8F8D3-3561-4580-B752-84FB79E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결제 처리는 주방에서 하지 않습니다. 조리 완료 상태만 정확히 바꾸면 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C4752-8353-4357-B144-D7640F6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EDB1E-8133-4F73-ABD5-9B9DB78E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D82B8-938B-490E-8B07-F09ED8CB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직원 화면 /staff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C3234-DE13-4484-86B9-AA60410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95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결제 대기 주문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E4164-1B32-4A2E-824F-E1B9F31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조리 완료된 주문의 테이블, 메뉴, 금액을 확인하고 현장 결제를 완료 처리합니다.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8C591-8F5E-4E70-B3D0-2B0EF92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19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직원 호출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BA498-B80D-4803-A477-27A7ED9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물, 냅킨, 앞접시, 결제 도움 요청을 확인하고 응대 후 처리 완료합니다.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A78672-B07C-4A8E-BD5D-976670A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0CE87-DE44-4737-83EB-753E8FB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18AAE-45B6-441B-B2FE-4DE5E1DC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44054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1153D-BEEB-442C-A6B3-F46F6464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6243E-D02B-4BDA-8BAD-514D0AB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MANAGER +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4651-FE4E-4052-BC1A-33DA543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매니저는 영업 흐름을 보고, 관리자는 운영 기준을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420BC-1A66-4869-938D-0F9D9A2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현장 운영과 시스템 설정을 구분해서 설명하면 권한과 책임이 명확해집니다.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16CEE-A393-48C9-844F-61A317B8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876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5C592-46E3-4568-975D-E7B2B627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매니저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C91B7-069F-4C05-8C88-79C6D2FC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C2536-4A85-4DF3-866A-7B3530F7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rPr>
              <a:t>오늘 주문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6B18B-BD08-4168-BA59-015E516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rPr>
              <a:t>영업 중 주문량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CC397-1A0B-4007-9A98-D7D5180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62B24-3093-4F1A-809C-4B979A14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rPr>
              <a:t>오늘 매출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F9DDC-3C77-4ACE-A6B2-456D6947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rPr>
              <a:t>결제 완료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6C771-9121-48AD-9BD9-B0EA5B68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E9F38-762B-44E6-B6AA-4088B5EA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rPr>
              <a:t>결제 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317FE-BF97-48FC-932F-22590091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rPr>
              <a:t>조리 완료 후 미결제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D05F4-55FB-4ECC-A9D0-EF03C1EC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100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8E932-2C2B-4FAE-8306-EE7612C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053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C28B"/>
                </a:solidFill>
                <a:latin typeface="Apple SD Gothic Neo"/>
                <a:ea typeface="Apple SD Gothic Neo"/>
                <a:cs typeface="Apple SD Gothic Neo"/>
              </a:rPr>
              <a:t>미처리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E7E68-FFA8-4C48-BF1C-1D5B7CF7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CFCFCF"/>
                </a:solidFill>
                <a:latin typeface="Apple SD Gothic Neo"/>
                <a:ea typeface="Apple SD Gothic Neo"/>
                <a:cs typeface="Apple SD Gothic Neo"/>
              </a:rPr>
              <a:t>응대 필요한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97629-110C-457A-A348-12191B2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D8D8D8"/>
                </a:solidFill>
                <a:latin typeface="Apple SD Gothic Neo"/>
                <a:ea typeface="Apple SD Gothic Neo"/>
                <a:cs typeface="Apple SD Gothic Neo"/>
              </a:rPr>
              <a:t>매니저는 직원/주방 화면을 백업하고, 품절/노출을 영업 중 바로 조정합니다.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F301B-2A4A-4320-A863-97E2F78D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50C16-5EF8-438D-84CE-01C2409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C62F7-24F9-446A-BEE1-3FC9BFA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메뉴/카테고리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7F8CA-7ECE-48AA-A210-6C3F18A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가격, 이미지, 품절, 노출 순서를 관리합니다.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C1365-8621-448A-ABC8-9957286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9FCE5-130A-462C-893E-203BEA4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44B17-86F6-48CF-8B04-A9290CA4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테이블/화면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E3FBF-766F-468C-A640-F1821A6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테이블명과 키오스크 화면 설정의 기준이 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9B8F9-10F5-4FF6-A093-87775C2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0FA30-6AAD-4388-92F6-8B12E97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ECF72-E929-4949-B74F-180F2A3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사용자/권한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C2766-4581-40E3-AD13-8BA6EFA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역할별 접근 범위를 관리합니다.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BFFEA-127A-49B8-9A56-283A859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59997-0CBD-49AD-BC12-2AF0752A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0E267D-7B63-415D-8B1F-AD5D467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매출/일정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DCD4C-6E51-4C79-A57A-832C1586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매출 통계와 휴무, 이벤트, 메모를 확인합니다.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85A58-CCAB-489E-9C82-7493833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6AD1E-6550-482D-BA4C-68520AA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B25DD8-0551-4EA9-B8AB-C524CF0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27686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18B27-F9B2-468C-AC4D-6974BA4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A161-BD33-4DFE-AE9B-4E99A32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DEMO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9C22-6C31-4E5D-B526-BA0784E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발표 데모는 실제 영업 흐름 그대로 7분이면 충분합니다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F9AD9-DC71-46A6-BC20-F53DA934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 역할에게 보여줄 화면을 짧게 돌리면 전체 시스템의 연결성이 바로 전달됩니다.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58996-C7D6-411B-B63D-CDB6CAE4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4BBF9-B5A9-4A0A-9A0A-2F41FEC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578CC-CDD2-4E8E-8624-C985349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D2B0C-4E58-4C21-B5F0-CBB219D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336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보여줄 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04A31-2A83-4B38-A3C5-BFD664D7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접속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F8DD1-6BAE-4C52-AE04-8C9D6D36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C5F3F-0CEF-4146-A994-02AFD53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CD278-8198-4A46-A3AF-742B069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키오스크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7C92E-038A-4380-9DE8-8A0781BD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테이블 확인 → 메뉴 선택 → 주문 접수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42F77-3819-4BCC-8C1A-134EB7F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/customer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F0C2-12DD-456A-8097-21FB8FA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BB9A2-B1F0-4F25-AA60-DDB6D7F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83057-4D0D-4C05-8A76-7B8A41C4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56611-7520-4E1A-A477-0EBD59F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주방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C8E14-064B-49A2-8045-8E81DB8D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새 주문 접수 → 조리 중 → 조리 완료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370F5-82DE-49AF-BA77-8E40106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/kitchen-board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6A6ED-C6DE-428F-A2EB-3FD6C8D9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14AB7-5997-4C99-8518-CF63571F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7A565-6BAC-450A-B039-864170F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A8C2D-FC44-43E8-BB1A-E20ED37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957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직원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92FAB-64DF-4428-A860-E8BA679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결제 대기 주문 확인 → 결제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84AA4-5E5B-4387-9D52-C104EFA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/staff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1C3C1-D2C2-4E18-B21B-00C83C87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4B694-09A8-46F4-BE74-1A8FA78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BA77B-2AB1-48D0-9C70-8F6D11F3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73D8F-93BA-442A-ACE1-0FC3B67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91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호출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7C42B-4C59-4604-BB14-08E65706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고객 호출 생성 → 직원 처리 완료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9D0EF-FFFC-4874-ACFF-93FC214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91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/customer, /staff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E7FE8-985E-457C-A1A7-944B3BF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0E3C4-3CC2-458D-A4C8-8C6B459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AAD8EA-17EF-46B2-AC28-0FD9FA23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6E6257-D6F2-4FB6-82D2-5299798D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863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매니저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B0338-A952-40FA-80BF-93024D88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오늘 주문/매출/미처리 호출 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3C179B-C593-4D26-B2DB-B66D66A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/manager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859FA-D4EB-43BB-AC47-9B069CA3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61F145-FB3A-451B-BE52-477DA8A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56E60-F3A3-4FA0-B212-CB13EBC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764B06-01B5-4946-8540-B743C18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816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관리자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A43BB5-BCC1-40C3-A593-229AEC7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816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품절/노출 또는 메뉴 설정 변경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D3E9B5-C70E-407D-B336-7959C30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81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/sale-menus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D25159-13A4-4CDC-BF17-118A822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815575-97B8-46B2-AB50-2EC4899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설명 방식: 기능명을 길게 설명하지 말고, '고객 행동이 다음 역할 화면에 어떻게 이어지는지'만 보여줍니다.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FBFB37-BDAE-4055-9D2B-4FE3F4A5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0D28A8-DB6F-46BE-881A-1C3CEFB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71DF8B-FD15-4077-A98C-9080648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44468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5F1D7-1C65-4C69-A1A3-2329C8C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8E8D1-F21B-44BB-B21C-678DB3B6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087A5A"/>
                </a:solidFill>
                <a:latin typeface="Apple SD Gothic Neo"/>
                <a:ea typeface="Apple SD Gothic Neo"/>
                <a:cs typeface="Apple SD Gothic Neo"/>
              </a:rPr>
              <a:t>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A00B0-A02F-4EED-9908-83826D52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도입 전에는 메뉴, 테이블, 권한, 결제 흐름만 확정하면 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8FEA8-6AA2-48FF-88D9-4634823A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 후 바로 확인할 체크리스트를 남겨 두면 실제 매장 적용으로 이어지기 쉽습니다.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FE5E-6EF9-4603-85F7-3090AD8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05D73-7B0F-42F3-988C-79AFA743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DA91-2493-4D85-BF31-8C0B4D0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765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7ADE3-9F90-4FE0-83CA-367BFB8E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메뉴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75511-F173-4006-B111-8023FB4B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판매 메뉴명, 가격, 이미지, 품절/숨김 기준 확정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7612A-B23F-402C-B596-8BB053B5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83881-A302-4AFA-8085-22BD407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ECDF1-1613-4DA6-9588-D831241B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765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CCC43-F18D-4819-AB7D-604B4BB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카테고리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CB90A-B431-4772-86D7-B9D4570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키오스크에 보일 순서와 전체 보기 섹션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8B834-8C70-4019-8D68-54B946F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EDE5B-717E-486A-B0E8-AC0400B8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A85AC-8F1C-4577-9BB4-A642238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7EF7F-BD72-4978-B0E2-89A8CC23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62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테이블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7C008-792F-4B65-9D22-5C4B92EA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실제 매장 테이블명과 QR/접속 기준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7D686-9C05-4E65-A38D-55B860A9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F902D-60FF-42A4-ABB6-0BB95E9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2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AE174-3A1B-4B22-B224-2EEA2AC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861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2EBAE-659A-431F-BE00-9D9A62D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4D136-AFAA-45BC-94FD-DFF6158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관리자, 매니저, 직원, 주방 계정 역할 확정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15853-E3B0-4731-A8F4-B6A9D20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A8FC7-0007-4380-B9CF-23C69082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4560D-045A-427A-B6A5-1840E18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95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33B50-465E-4C8C-B04C-6BB8FAC1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55589-CD9C-4FF4-B23E-D8E6F49E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96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현장 결제, 토스 테스트 결제, 환불 처리 기준 합의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0A6F1-7A48-4AAC-82BF-03648907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1960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72D82-418C-47BD-B169-2C21D9B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E7783-29B6-4C59-9CFC-C383999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95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1318D-B057-4D01-8E57-84160FE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558EE-EB40-4A60-8119-F635253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피크타임 데모 후 호출/조리 상태 처리 기준 점검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CC2DD-9BB6-4D9E-9DC6-EDDB807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887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57933-2706-4292-9275-FF9865D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34075"/>
            <a:ext cx="828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회의에서는 실제 매장 메뉴 데이터와 테이블 기준을 넣고, 사장님/직원 앞에서 1회 전체 데모를 진행합니다.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AC07A2-557C-4C78-BC03-4483D63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36C7B-70D1-46E0-99B7-80158250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8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RestaurantBook 운영 발표 자료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152F2A-28CC-40FB-977B-5C47F1C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2673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2026-05-10T09:11:23.1760000Z</dcterms:created>
  <dcterms:modified xsi:type="dcterms:W3CDTF">2026-05-10T09:11:23.1760000Z</dcterms:modified>
</coreProperties>
</file>