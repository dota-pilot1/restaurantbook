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009f6d558841bf" /><Relationship Type="http://schemas.openxmlformats.org/officeDocument/2006/relationships/extended-properties" Target="/docProps/app.xml" Id="R39b560da014c496f" /><Relationship Type="http://schemas.openxmlformats.org/officeDocument/2006/relationships/officeDocument" Target="/ppt/presentation.xml" Id="R570c6b4323c647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aa924aa184d75"/>
  </p:sldMasterIdLst>
  <p:notesMasterIdLst>
    <p:notesMasterId xmlns:r="http://schemas.openxmlformats.org/officeDocument/2006/relationships" r:id="R4c2ed1dfddb444aa"/>
  </p:notesMasterIdLst>
  <p:sldIdLst>
    <p:sldId xmlns:r="http://schemas.openxmlformats.org/officeDocument/2006/relationships" id="256" r:id="R7c662722ac4644f1"/>
    <p:sldId xmlns:r="http://schemas.openxmlformats.org/officeDocument/2006/relationships" id="257" r:id="Rb3eb7a6f776141c6"/>
    <p:sldId xmlns:r="http://schemas.openxmlformats.org/officeDocument/2006/relationships" id="258" r:id="R53282b6103e74b7b"/>
    <p:sldId xmlns:r="http://schemas.openxmlformats.org/officeDocument/2006/relationships" id="259" r:id="Rf3e611923e674cb5"/>
    <p:sldId xmlns:r="http://schemas.openxmlformats.org/officeDocument/2006/relationships" id="260" r:id="R8ab4bc49b266421d"/>
    <p:sldId xmlns:r="http://schemas.openxmlformats.org/officeDocument/2006/relationships" id="261" r:id="R572c30a0ef2a4fe0"/>
    <p:sldId xmlns:r="http://schemas.openxmlformats.org/officeDocument/2006/relationships" id="262" r:id="R1197461ee94a4749"/>
    <p:sldId xmlns:r="http://schemas.openxmlformats.org/officeDocument/2006/relationships" id="263" r:id="Rbe20bcb9017049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aa924aa184d75" /><Relationship Type="http://schemas.openxmlformats.org/officeDocument/2006/relationships/theme" Target="/ppt/theme/theme1.xml" Id="R7147877ac664452c" /><Relationship Type="http://schemas.openxmlformats.org/officeDocument/2006/relationships/notesMaster" Target="/ppt/notesMasters/notesMaster1.xml" Id="R4c2ed1dfddb444aa" /><Relationship Type="http://schemas.openxmlformats.org/officeDocument/2006/relationships/presProps" Target="/ppt/presProps.xml" Id="Rdf02639cb9dd4c0d" /><Relationship Type="http://schemas.openxmlformats.org/officeDocument/2006/relationships/viewProps" Target="/ppt/viewProps.xml" Id="Rb2881f14de234a8c" /><Relationship Type="http://schemas.openxmlformats.org/officeDocument/2006/relationships/tableStyles" Target="/ppt/tableStyles.xml" Id="Rc9e712ba988249f2" /><Relationship Type="http://schemas.openxmlformats.org/officeDocument/2006/relationships/slide" Target="/ppt/slides/slide1.xml" Id="R7c662722ac4644f1" /><Relationship Type="http://schemas.openxmlformats.org/officeDocument/2006/relationships/slide" Target="/ppt/slides/slide2.xml" Id="Rb3eb7a6f776141c6" /><Relationship Type="http://schemas.openxmlformats.org/officeDocument/2006/relationships/slide" Target="/ppt/slides/slide3.xml" Id="R53282b6103e74b7b" /><Relationship Type="http://schemas.openxmlformats.org/officeDocument/2006/relationships/slide" Target="/ppt/slides/slide4.xml" Id="Rf3e611923e674cb5" /><Relationship Type="http://schemas.openxmlformats.org/officeDocument/2006/relationships/slide" Target="/ppt/slides/slide5.xml" Id="R8ab4bc49b266421d" /><Relationship Type="http://schemas.openxmlformats.org/officeDocument/2006/relationships/slide" Target="/ppt/slides/slide6.xml" Id="R572c30a0ef2a4fe0" /><Relationship Type="http://schemas.openxmlformats.org/officeDocument/2006/relationships/slide" Target="/ppt/slides/slide7.xml" Id="R1197461ee94a4749" /><Relationship Type="http://schemas.openxmlformats.org/officeDocument/2006/relationships/slide" Target="/ppt/slides/slide8.xml" Id="Rbe20bcb9017049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ea09956dc1e49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b292c670734e0a" /><Relationship Type="http://schemas.openxmlformats.org/officeDocument/2006/relationships/notesMaster" Target="/ppt/notesMasters/notesMaster1.xml" Id="R5455463b8c8f47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c9e758951453e" /><Relationship Type="http://schemas.openxmlformats.org/officeDocument/2006/relationships/notesMaster" Target="/ppt/notesMasters/notesMaster1.xml" Id="Ra611193eeec74d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ca83d7572b4091" /><Relationship Type="http://schemas.openxmlformats.org/officeDocument/2006/relationships/notesMaster" Target="/ppt/notesMasters/notesMaster1.xml" Id="R183c0ec251ba48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f6abe6e7654f9d" /><Relationship Type="http://schemas.openxmlformats.org/officeDocument/2006/relationships/notesMaster" Target="/ppt/notesMasters/notesMaster1.xml" Id="R0b1fddec45ec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500c2ff544f07" /><Relationship Type="http://schemas.openxmlformats.org/officeDocument/2006/relationships/notesMaster" Target="/ppt/notesMasters/notesMaster1.xml" Id="R5f91a7e2cfa842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5caf4a4dc84d22" /><Relationship Type="http://schemas.openxmlformats.org/officeDocument/2006/relationships/notesMaster" Target="/ppt/notesMasters/notesMaster1.xml" Id="R9398974e3f9046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8746ce467c404a" /><Relationship Type="http://schemas.openxmlformats.org/officeDocument/2006/relationships/notesMaster" Target="/ppt/notesMasters/notesMaster1.xml" Id="Re27eba87ae714f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8c634e91d64687" /><Relationship Type="http://schemas.openxmlformats.org/officeDocument/2006/relationships/notesMaster" Target="/ppt/notesMasters/notesMaster1.xml" Id="Re59d8236775c4f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631e592aa4d8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8ac3ec70bd4834" /><Relationship Type="http://schemas.openxmlformats.org/officeDocument/2006/relationships/slideLayout" Target="/ppt/slideLayouts/slideLayout2.xml" Id="R52df3b76f7d347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df3b76f7d347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4b7645cc844b09" /><Relationship Type="http://schemas.openxmlformats.org/officeDocument/2006/relationships/image" Target="/ppt/media/image.png" Id="Rf9ead8eb572c4bde" /><Relationship Type="http://schemas.openxmlformats.org/officeDocument/2006/relationships/notesSlide" Target="/ppt/notesSlides/notesSlide1.xml" Id="Ra2ea999db4204c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e747e0eddc4d85" /><Relationship Type="http://schemas.openxmlformats.org/officeDocument/2006/relationships/image" Target="/ppt/media/image2.png" Id="R688398f9cd9b4577" /><Relationship Type="http://schemas.openxmlformats.org/officeDocument/2006/relationships/notesSlide" Target="/ppt/notesSlides/notesSlide2.xml" Id="R14f729571eda4e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efa723a4ec4f44" /><Relationship Type="http://schemas.openxmlformats.org/officeDocument/2006/relationships/image" Target="/ppt/media/image3.png" Id="R42dc2e4b57334e70" /><Relationship Type="http://schemas.openxmlformats.org/officeDocument/2006/relationships/notesSlide" Target="/ppt/notesSlides/notesSlide3.xml" Id="R473ccb0b32d442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c1eec2cf5f476e" /><Relationship Type="http://schemas.openxmlformats.org/officeDocument/2006/relationships/image" Target="/ppt/media/image4.png" Id="R30a2c2144ad74f33" /><Relationship Type="http://schemas.openxmlformats.org/officeDocument/2006/relationships/notesSlide" Target="/ppt/notesSlides/notesSlide4.xml" Id="R15447ec05f3b40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ce1f3cf4f44087" /><Relationship Type="http://schemas.openxmlformats.org/officeDocument/2006/relationships/image" Target="/ppt/media/image5.png" Id="R378c23a142634bc7" /><Relationship Type="http://schemas.openxmlformats.org/officeDocument/2006/relationships/notesSlide" Target="/ppt/notesSlides/notesSlide5.xml" Id="R374d035e37d648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787e7a1254b6c" /><Relationship Type="http://schemas.openxmlformats.org/officeDocument/2006/relationships/image" Target="/ppt/media/image6.png" Id="R256ead0bd21d401b" /><Relationship Type="http://schemas.openxmlformats.org/officeDocument/2006/relationships/notesSlide" Target="/ppt/notesSlides/notesSlide6.xml" Id="Re6c4ebc0c67e4a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95a8b368b84015" /><Relationship Type="http://schemas.openxmlformats.org/officeDocument/2006/relationships/image" Target="/ppt/media/image7.png" Id="R6356f69a61084a38" /><Relationship Type="http://schemas.openxmlformats.org/officeDocument/2006/relationships/notesSlide" Target="/ppt/notesSlides/notesSlide7.xml" Id="Rd4046ba1b7ef41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8fd67a0154cd5" /><Relationship Type="http://schemas.openxmlformats.org/officeDocument/2006/relationships/image" Target="/ppt/media/image8.png" Id="R5d4246bcf4b54d15" /><Relationship Type="http://schemas.openxmlformats.org/officeDocument/2006/relationships/notesSlide" Target="/ppt/notesSlides/notesSlide8.xml" Id="R3561479bb04242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ad8eb572c4b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088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398f9cd9b457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00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c2e4b57334e7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32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2c2144ad74f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913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c23a142634bc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603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ead0bd21d401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974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6f69a61084a3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85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246bcf4b54d1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2026-05-10T09:21:13.8350000Z</dcterms:created>
  <dcterms:modified xsi:type="dcterms:W3CDTF">2026-05-10T09:21:13.8350000Z</dcterms:modified>
</coreProperties>
</file>